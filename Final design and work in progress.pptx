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Figtree Black"/>
      <p:bold r:id="rId13"/>
      <p:boldItalic r:id="rId14"/>
    </p:embeddedFont>
    <p:embeddedFont>
      <p:font typeface="Hanken Grotesk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FigtreeBlack-bold.fntdata"/><Relationship Id="rId12" Type="http://schemas.openxmlformats.org/officeDocument/2006/relationships/slide" Target="slides/slide7.xml"/><Relationship Id="rId15" Type="http://schemas.openxmlformats.org/officeDocument/2006/relationships/font" Target="fonts/HankenGrotesk-regular.fntdata"/><Relationship Id="rId14" Type="http://schemas.openxmlformats.org/officeDocument/2006/relationships/font" Target="fonts/FigtreeBlack-boldItalic.fntdata"/><Relationship Id="rId17" Type="http://schemas.openxmlformats.org/officeDocument/2006/relationships/font" Target="fonts/HankenGrotesk-italic.fntdata"/><Relationship Id="rId16" Type="http://schemas.openxmlformats.org/officeDocument/2006/relationships/font" Target="fonts/HankenGrotesk-bold.fntdata"/><Relationship Id="rId19" Type="http://schemas.openxmlformats.org/officeDocument/2006/relationships/font" Target="fonts/Lato-regular.fntdata"/><Relationship Id="rId18" Type="http://schemas.openxmlformats.org/officeDocument/2006/relationships/font" Target="fonts/HankenGrotes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68ca7ef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68ca7ef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3dfeee94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3dfeee94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dd46dd1d67_2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dd46dd1d67_2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2abfae1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2abfae1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c27e71d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c27e71d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2cd3484e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2cd3484e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224d270d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224d270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" name="Google Shape;135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en.wikipedia.org/wiki/Bcryp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design and work in progress</a:t>
            </a:r>
            <a:endParaRPr/>
          </a:p>
        </p:txBody>
      </p:sp>
      <p:sp>
        <p:nvSpPr>
          <p:cNvPr id="284" name="Google Shape;284;p30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Òscar Meléndez Codina, Jordi Solé, Pol Laguna Soto, Jaime Mariano Servera, Iván García Rodríguez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idea</a:t>
            </a:r>
            <a:endParaRPr/>
          </a:p>
        </p:txBody>
      </p:sp>
      <p:sp>
        <p:nvSpPr>
          <p:cNvPr id="290" name="Google Shape;290;p31"/>
          <p:cNvSpPr txBox="1"/>
          <p:nvPr/>
        </p:nvSpPr>
        <p:spPr>
          <a:xfrm>
            <a:off x="713225" y="1213000"/>
            <a:ext cx="7620300" cy="29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Web-based forum platform, where different users can upload images accompanied by metadata, and other users can comment on those posts.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Architecture used: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Frontend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React.js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Backend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Node.js + Express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4665025" y="1960162"/>
            <a:ext cx="3668400" cy="29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 different roles: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Standard User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 create, edit, or delete only their own posts and comments.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Admin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as full permissions to edit or delete any content on the platform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implementations</a:t>
            </a:r>
            <a:endParaRPr/>
          </a:p>
        </p:txBody>
      </p:sp>
      <p:sp>
        <p:nvSpPr>
          <p:cNvPr id="297" name="Google Shape;297;p32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nable secure HTTPS communication</a:t>
            </a:r>
            <a:endParaRPr/>
          </a:p>
        </p:txBody>
      </p:sp>
      <p:sp>
        <p:nvSpPr>
          <p:cNvPr id="298" name="Google Shape;298;p32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OIDC, handling authentication and authorization</a:t>
            </a:r>
            <a:endParaRPr/>
          </a:p>
        </p:txBody>
      </p:sp>
      <p:sp>
        <p:nvSpPr>
          <p:cNvPr id="299" name="Google Shape;299;p32"/>
          <p:cNvSpPr txBox="1"/>
          <p:nvPr>
            <p:ph idx="13" type="subTitle"/>
          </p:nvPr>
        </p:nvSpPr>
        <p:spPr>
          <a:xfrm>
            <a:off x="1704274" y="3403550"/>
            <a:ext cx="2597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Encryption</a:t>
            </a:r>
            <a:endParaRPr/>
          </a:p>
        </p:txBody>
      </p:sp>
      <p:sp>
        <p:nvSpPr>
          <p:cNvPr id="300" name="Google Shape;300;p32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Auth0</a:t>
            </a:r>
            <a:endParaRPr/>
          </a:p>
        </p:txBody>
      </p:sp>
      <p:sp>
        <p:nvSpPr>
          <p:cNvPr id="301" name="Google Shape;301;p32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  <p:sp>
        <p:nvSpPr>
          <p:cNvPr id="302" name="Google Shape;302;p32"/>
          <p:cNvSpPr txBox="1"/>
          <p:nvPr>
            <p:ph idx="3" type="subTitle"/>
          </p:nvPr>
        </p:nvSpPr>
        <p:spPr>
          <a:xfrm>
            <a:off x="1820708" y="3780400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Statements</a:t>
            </a:r>
            <a:endParaRPr/>
          </a:p>
        </p:txBody>
      </p:sp>
      <p:sp>
        <p:nvSpPr>
          <p:cNvPr id="303" name="Google Shape;303;p32"/>
          <p:cNvSpPr txBox="1"/>
          <p:nvPr>
            <p:ph idx="4" type="subTitle"/>
          </p:nvPr>
        </p:nvSpPr>
        <p:spPr>
          <a:xfrm>
            <a:off x="5269925" y="3780400"/>
            <a:ext cx="2819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inputs before rendering, secure templates</a:t>
            </a:r>
            <a:endParaRPr/>
          </a:p>
        </p:txBody>
      </p:sp>
      <p:sp>
        <p:nvSpPr>
          <p:cNvPr id="304" name="Google Shape;304;p32"/>
          <p:cNvSpPr txBox="1"/>
          <p:nvPr>
            <p:ph idx="5" type="subTitle"/>
          </p:nvPr>
        </p:nvSpPr>
        <p:spPr>
          <a:xfrm>
            <a:off x="5962716" y="2135192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Hashed passwords</a:t>
            </a:r>
            <a:endParaRPr/>
          </a:p>
        </p:txBody>
      </p:sp>
      <p:sp>
        <p:nvSpPr>
          <p:cNvPr id="305" name="Google Shape;305;p32"/>
          <p:cNvSpPr txBox="1"/>
          <p:nvPr>
            <p:ph idx="9" type="subTitle"/>
          </p:nvPr>
        </p:nvSpPr>
        <p:spPr>
          <a:xfrm>
            <a:off x="5763677" y="1769325"/>
            <a:ext cx="2597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Protection</a:t>
            </a:r>
            <a:endParaRPr/>
          </a:p>
        </p:txBody>
      </p:sp>
      <p:sp>
        <p:nvSpPr>
          <p:cNvPr id="306" name="Google Shape;306;p32"/>
          <p:cNvSpPr txBox="1"/>
          <p:nvPr>
            <p:ph idx="14" type="subTitle"/>
          </p:nvPr>
        </p:nvSpPr>
        <p:spPr>
          <a:xfrm>
            <a:off x="5268124" y="3403551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XSS &amp; SSTI</a:t>
            </a:r>
            <a:endParaRPr/>
          </a:p>
        </p:txBody>
      </p:sp>
      <p:grpSp>
        <p:nvGrpSpPr>
          <p:cNvPr id="307" name="Google Shape;307;p32"/>
          <p:cNvGrpSpPr/>
          <p:nvPr/>
        </p:nvGrpSpPr>
        <p:grpSpPr>
          <a:xfrm>
            <a:off x="4235105" y="1388071"/>
            <a:ext cx="368987" cy="366992"/>
            <a:chOff x="-64401400" y="1914475"/>
            <a:chExt cx="319000" cy="317275"/>
          </a:xfrm>
        </p:grpSpPr>
        <p:sp>
          <p:nvSpPr>
            <p:cNvPr id="308" name="Google Shape;308;p32"/>
            <p:cNvSpPr/>
            <p:nvPr/>
          </p:nvSpPr>
          <p:spPr>
            <a:xfrm>
              <a:off x="-64401400" y="1914475"/>
              <a:ext cx="319000" cy="317275"/>
            </a:xfrm>
            <a:custGeom>
              <a:rect b="b" l="l" r="r" t="t"/>
              <a:pathLst>
                <a:path extrusionOk="0" h="12691" w="12760">
                  <a:moveTo>
                    <a:pt x="4726" y="1317"/>
                  </a:moveTo>
                  <a:lnTo>
                    <a:pt x="4726" y="2703"/>
                  </a:lnTo>
                  <a:cubicBezTo>
                    <a:pt x="4663" y="2735"/>
                    <a:pt x="4600" y="2829"/>
                    <a:pt x="4569" y="2861"/>
                  </a:cubicBezTo>
                  <a:lnTo>
                    <a:pt x="4065" y="3554"/>
                  </a:lnTo>
                  <a:cubicBezTo>
                    <a:pt x="3970" y="3176"/>
                    <a:pt x="3907" y="2703"/>
                    <a:pt x="3907" y="2388"/>
                  </a:cubicBezTo>
                  <a:cubicBezTo>
                    <a:pt x="3876" y="1947"/>
                    <a:pt x="3970" y="1632"/>
                    <a:pt x="4222" y="1475"/>
                  </a:cubicBezTo>
                  <a:cubicBezTo>
                    <a:pt x="4348" y="1349"/>
                    <a:pt x="4537" y="1317"/>
                    <a:pt x="4726" y="1317"/>
                  </a:cubicBezTo>
                  <a:close/>
                  <a:moveTo>
                    <a:pt x="7046" y="813"/>
                  </a:moveTo>
                  <a:cubicBezTo>
                    <a:pt x="7507" y="813"/>
                    <a:pt x="7937" y="916"/>
                    <a:pt x="8286" y="1128"/>
                  </a:cubicBezTo>
                  <a:cubicBezTo>
                    <a:pt x="8759" y="1412"/>
                    <a:pt x="8979" y="1821"/>
                    <a:pt x="8948" y="2420"/>
                  </a:cubicBezTo>
                  <a:cubicBezTo>
                    <a:pt x="8948" y="2703"/>
                    <a:pt x="8853" y="3113"/>
                    <a:pt x="8790" y="3554"/>
                  </a:cubicBezTo>
                  <a:lnTo>
                    <a:pt x="8286" y="2861"/>
                  </a:lnTo>
                  <a:cubicBezTo>
                    <a:pt x="8066" y="2609"/>
                    <a:pt x="7814" y="2451"/>
                    <a:pt x="7499" y="2451"/>
                  </a:cubicBezTo>
                  <a:lnTo>
                    <a:pt x="5514" y="2451"/>
                  </a:lnTo>
                  <a:lnTo>
                    <a:pt x="5514" y="1160"/>
                  </a:lnTo>
                  <a:cubicBezTo>
                    <a:pt x="6020" y="931"/>
                    <a:pt x="6551" y="813"/>
                    <a:pt x="7046" y="813"/>
                  </a:cubicBezTo>
                  <a:close/>
                  <a:moveTo>
                    <a:pt x="7530" y="3334"/>
                  </a:moveTo>
                  <a:cubicBezTo>
                    <a:pt x="7562" y="3334"/>
                    <a:pt x="7593" y="3365"/>
                    <a:pt x="7656" y="3365"/>
                  </a:cubicBezTo>
                  <a:lnTo>
                    <a:pt x="8601" y="4657"/>
                  </a:lnTo>
                  <a:cubicBezTo>
                    <a:pt x="8444" y="5917"/>
                    <a:pt x="7688" y="7177"/>
                    <a:pt x="6427" y="7177"/>
                  </a:cubicBezTo>
                  <a:cubicBezTo>
                    <a:pt x="5167" y="7177"/>
                    <a:pt x="4411" y="5980"/>
                    <a:pt x="4254" y="4657"/>
                  </a:cubicBezTo>
                  <a:lnTo>
                    <a:pt x="5199" y="3365"/>
                  </a:lnTo>
                  <a:cubicBezTo>
                    <a:pt x="5230" y="3334"/>
                    <a:pt x="5293" y="3334"/>
                    <a:pt x="5325" y="3334"/>
                  </a:cubicBezTo>
                  <a:close/>
                  <a:moveTo>
                    <a:pt x="5199" y="7681"/>
                  </a:moveTo>
                  <a:cubicBezTo>
                    <a:pt x="5608" y="7902"/>
                    <a:pt x="5986" y="8028"/>
                    <a:pt x="6427" y="8028"/>
                  </a:cubicBezTo>
                  <a:cubicBezTo>
                    <a:pt x="6869" y="8028"/>
                    <a:pt x="7310" y="7902"/>
                    <a:pt x="7688" y="7713"/>
                  </a:cubicBezTo>
                  <a:lnTo>
                    <a:pt x="7688" y="7807"/>
                  </a:lnTo>
                  <a:cubicBezTo>
                    <a:pt x="7688" y="8028"/>
                    <a:pt x="7719" y="8185"/>
                    <a:pt x="7814" y="8343"/>
                  </a:cubicBezTo>
                  <a:lnTo>
                    <a:pt x="6427" y="9634"/>
                  </a:lnTo>
                  <a:lnTo>
                    <a:pt x="5073" y="8280"/>
                  </a:lnTo>
                  <a:cubicBezTo>
                    <a:pt x="5167" y="8122"/>
                    <a:pt x="5199" y="7965"/>
                    <a:pt x="5199" y="7776"/>
                  </a:cubicBezTo>
                  <a:lnTo>
                    <a:pt x="5199" y="7681"/>
                  </a:lnTo>
                  <a:close/>
                  <a:moveTo>
                    <a:pt x="4537" y="8878"/>
                  </a:moveTo>
                  <a:lnTo>
                    <a:pt x="5829" y="10170"/>
                  </a:lnTo>
                  <a:lnTo>
                    <a:pt x="5230" y="10769"/>
                  </a:lnTo>
                  <a:lnTo>
                    <a:pt x="4065" y="9036"/>
                  </a:lnTo>
                  <a:cubicBezTo>
                    <a:pt x="4222" y="9036"/>
                    <a:pt x="4380" y="9004"/>
                    <a:pt x="4537" y="8878"/>
                  </a:cubicBezTo>
                  <a:close/>
                  <a:moveTo>
                    <a:pt x="8318" y="8878"/>
                  </a:moveTo>
                  <a:cubicBezTo>
                    <a:pt x="8475" y="8973"/>
                    <a:pt x="8633" y="9036"/>
                    <a:pt x="8790" y="9036"/>
                  </a:cubicBezTo>
                  <a:lnTo>
                    <a:pt x="7593" y="10769"/>
                  </a:lnTo>
                  <a:lnTo>
                    <a:pt x="7026" y="10170"/>
                  </a:lnTo>
                  <a:lnTo>
                    <a:pt x="8318" y="8878"/>
                  </a:lnTo>
                  <a:close/>
                  <a:moveTo>
                    <a:pt x="10460" y="9067"/>
                  </a:moveTo>
                  <a:cubicBezTo>
                    <a:pt x="11279" y="9067"/>
                    <a:pt x="11941" y="9760"/>
                    <a:pt x="11941" y="10580"/>
                  </a:cubicBezTo>
                  <a:lnTo>
                    <a:pt x="11941" y="11840"/>
                  </a:lnTo>
                  <a:lnTo>
                    <a:pt x="7814" y="11840"/>
                  </a:lnTo>
                  <a:cubicBezTo>
                    <a:pt x="7908" y="11808"/>
                    <a:pt x="8003" y="11745"/>
                    <a:pt x="8034" y="11682"/>
                  </a:cubicBezTo>
                  <a:lnTo>
                    <a:pt x="9798" y="9067"/>
                  </a:lnTo>
                  <a:close/>
                  <a:moveTo>
                    <a:pt x="3088" y="9067"/>
                  </a:moveTo>
                  <a:lnTo>
                    <a:pt x="4852" y="11651"/>
                  </a:lnTo>
                  <a:cubicBezTo>
                    <a:pt x="4915" y="11745"/>
                    <a:pt x="5041" y="11808"/>
                    <a:pt x="5167" y="11840"/>
                  </a:cubicBezTo>
                  <a:lnTo>
                    <a:pt x="5199" y="11840"/>
                  </a:lnTo>
                  <a:cubicBezTo>
                    <a:pt x="5325" y="11840"/>
                    <a:pt x="5419" y="11808"/>
                    <a:pt x="5482" y="11714"/>
                  </a:cubicBezTo>
                  <a:lnTo>
                    <a:pt x="6427" y="10769"/>
                  </a:lnTo>
                  <a:lnTo>
                    <a:pt x="7404" y="11745"/>
                  </a:lnTo>
                  <a:cubicBezTo>
                    <a:pt x="7436" y="11777"/>
                    <a:pt x="7530" y="11840"/>
                    <a:pt x="7593" y="11871"/>
                  </a:cubicBezTo>
                  <a:lnTo>
                    <a:pt x="914" y="11871"/>
                  </a:lnTo>
                  <a:lnTo>
                    <a:pt x="914" y="11840"/>
                  </a:lnTo>
                  <a:lnTo>
                    <a:pt x="914" y="10580"/>
                  </a:lnTo>
                  <a:cubicBezTo>
                    <a:pt x="914" y="9760"/>
                    <a:pt x="1576" y="9067"/>
                    <a:pt x="2395" y="9067"/>
                  </a:cubicBezTo>
                  <a:close/>
                  <a:moveTo>
                    <a:pt x="7043" y="1"/>
                  </a:moveTo>
                  <a:cubicBezTo>
                    <a:pt x="6380" y="1"/>
                    <a:pt x="5673" y="166"/>
                    <a:pt x="5010" y="498"/>
                  </a:cubicBezTo>
                  <a:cubicBezTo>
                    <a:pt x="4898" y="477"/>
                    <a:pt x="4788" y="467"/>
                    <a:pt x="4680" y="467"/>
                  </a:cubicBezTo>
                  <a:cubicBezTo>
                    <a:pt x="4300" y="467"/>
                    <a:pt x="3942" y="592"/>
                    <a:pt x="3624" y="813"/>
                  </a:cubicBezTo>
                  <a:cubicBezTo>
                    <a:pt x="3308" y="1034"/>
                    <a:pt x="2962" y="1506"/>
                    <a:pt x="2962" y="2388"/>
                  </a:cubicBezTo>
                  <a:cubicBezTo>
                    <a:pt x="2962" y="3144"/>
                    <a:pt x="3277" y="4405"/>
                    <a:pt x="3340" y="4625"/>
                  </a:cubicBezTo>
                  <a:cubicBezTo>
                    <a:pt x="3466" y="5570"/>
                    <a:pt x="3781" y="6389"/>
                    <a:pt x="4285" y="6988"/>
                  </a:cubicBezTo>
                  <a:lnTo>
                    <a:pt x="4285" y="7744"/>
                  </a:lnTo>
                  <a:cubicBezTo>
                    <a:pt x="4285" y="8028"/>
                    <a:pt x="4065" y="8248"/>
                    <a:pt x="3781" y="8248"/>
                  </a:cubicBezTo>
                  <a:lnTo>
                    <a:pt x="2332" y="8248"/>
                  </a:lnTo>
                  <a:cubicBezTo>
                    <a:pt x="1072" y="8248"/>
                    <a:pt x="0" y="9288"/>
                    <a:pt x="0" y="10580"/>
                  </a:cubicBezTo>
                  <a:lnTo>
                    <a:pt x="0" y="12281"/>
                  </a:lnTo>
                  <a:cubicBezTo>
                    <a:pt x="0" y="12501"/>
                    <a:pt x="189" y="12690"/>
                    <a:pt x="410" y="12690"/>
                  </a:cubicBezTo>
                  <a:lnTo>
                    <a:pt x="12256" y="12690"/>
                  </a:lnTo>
                  <a:cubicBezTo>
                    <a:pt x="12508" y="12690"/>
                    <a:pt x="12697" y="12501"/>
                    <a:pt x="12697" y="12281"/>
                  </a:cubicBezTo>
                  <a:lnTo>
                    <a:pt x="12697" y="10580"/>
                  </a:lnTo>
                  <a:cubicBezTo>
                    <a:pt x="12760" y="9319"/>
                    <a:pt x="11689" y="8248"/>
                    <a:pt x="10429" y="8248"/>
                  </a:cubicBezTo>
                  <a:lnTo>
                    <a:pt x="8979" y="8248"/>
                  </a:lnTo>
                  <a:cubicBezTo>
                    <a:pt x="8696" y="8248"/>
                    <a:pt x="8475" y="8028"/>
                    <a:pt x="8475" y="7744"/>
                  </a:cubicBezTo>
                  <a:lnTo>
                    <a:pt x="8475" y="6957"/>
                  </a:lnTo>
                  <a:cubicBezTo>
                    <a:pt x="8979" y="6358"/>
                    <a:pt x="9294" y="5539"/>
                    <a:pt x="9389" y="4625"/>
                  </a:cubicBezTo>
                  <a:cubicBezTo>
                    <a:pt x="9546" y="4121"/>
                    <a:pt x="9735" y="3050"/>
                    <a:pt x="9767" y="2420"/>
                  </a:cubicBezTo>
                  <a:cubicBezTo>
                    <a:pt x="9767" y="1538"/>
                    <a:pt x="9420" y="845"/>
                    <a:pt x="8664" y="404"/>
                  </a:cubicBezTo>
                  <a:cubicBezTo>
                    <a:pt x="8202" y="135"/>
                    <a:pt x="7640" y="1"/>
                    <a:pt x="70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-64172200" y="2175800"/>
              <a:ext cx="48850" cy="22075"/>
            </a:xfrm>
            <a:custGeom>
              <a:rect b="b" l="l" r="r" t="t"/>
              <a:pathLst>
                <a:path extrusionOk="0" h="883" w="1954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2"/>
                    <a:pt x="221" y="883"/>
                    <a:pt x="410" y="883"/>
                  </a:cubicBezTo>
                  <a:lnTo>
                    <a:pt x="1513" y="883"/>
                  </a:lnTo>
                  <a:cubicBezTo>
                    <a:pt x="1765" y="883"/>
                    <a:pt x="1891" y="662"/>
                    <a:pt x="1891" y="442"/>
                  </a:cubicBezTo>
                  <a:cubicBezTo>
                    <a:pt x="1954" y="190"/>
                    <a:pt x="1733" y="1"/>
                    <a:pt x="1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-64212375" y="2210450"/>
              <a:ext cx="5525" cy="25"/>
            </a:xfrm>
            <a:custGeom>
              <a:rect b="b" l="l" r="r" t="t"/>
              <a:pathLst>
                <a:path extrusionOk="0" h="1" w="221">
                  <a:moveTo>
                    <a:pt x="1" y="1"/>
                  </a:moveTo>
                  <a:lnTo>
                    <a:pt x="22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32"/>
          <p:cNvGrpSpPr/>
          <p:nvPr/>
        </p:nvGrpSpPr>
        <p:grpSpPr>
          <a:xfrm>
            <a:off x="6880000" y="1395493"/>
            <a:ext cx="365052" cy="352162"/>
            <a:chOff x="-32243500" y="2299850"/>
            <a:chExt cx="300900" cy="290275"/>
          </a:xfrm>
        </p:grpSpPr>
        <p:sp>
          <p:nvSpPr>
            <p:cNvPr id="312" name="Google Shape;312;p32"/>
            <p:cNvSpPr/>
            <p:nvPr/>
          </p:nvSpPr>
          <p:spPr>
            <a:xfrm>
              <a:off x="-32243500" y="2299850"/>
              <a:ext cx="300900" cy="290275"/>
            </a:xfrm>
            <a:custGeom>
              <a:rect b="b" l="l" r="r" t="t"/>
              <a:pathLst>
                <a:path extrusionOk="0" h="11611" w="12036">
                  <a:moveTo>
                    <a:pt x="7955" y="654"/>
                  </a:moveTo>
                  <a:cubicBezTo>
                    <a:pt x="8743" y="654"/>
                    <a:pt x="9531" y="946"/>
                    <a:pt x="10114" y="1529"/>
                  </a:cubicBezTo>
                  <a:cubicBezTo>
                    <a:pt x="11311" y="2726"/>
                    <a:pt x="11311" y="4679"/>
                    <a:pt x="10114" y="5876"/>
                  </a:cubicBezTo>
                  <a:cubicBezTo>
                    <a:pt x="9540" y="6450"/>
                    <a:pt x="8752" y="6766"/>
                    <a:pt x="7951" y="6766"/>
                  </a:cubicBezTo>
                  <a:cubicBezTo>
                    <a:pt x="7565" y="6766"/>
                    <a:pt x="7175" y="6692"/>
                    <a:pt x="6806" y="6538"/>
                  </a:cubicBezTo>
                  <a:cubicBezTo>
                    <a:pt x="6759" y="6526"/>
                    <a:pt x="6709" y="6519"/>
                    <a:pt x="6661" y="6519"/>
                  </a:cubicBezTo>
                  <a:cubicBezTo>
                    <a:pt x="6577" y="6519"/>
                    <a:pt x="6499" y="6541"/>
                    <a:pt x="6459" y="6601"/>
                  </a:cubicBezTo>
                  <a:lnTo>
                    <a:pt x="5545" y="7514"/>
                  </a:lnTo>
                  <a:lnTo>
                    <a:pt x="4726" y="7514"/>
                  </a:lnTo>
                  <a:cubicBezTo>
                    <a:pt x="4537" y="7514"/>
                    <a:pt x="4380" y="7672"/>
                    <a:pt x="4380" y="7861"/>
                  </a:cubicBezTo>
                  <a:lnTo>
                    <a:pt x="4380" y="8460"/>
                  </a:lnTo>
                  <a:lnTo>
                    <a:pt x="3907" y="8428"/>
                  </a:lnTo>
                  <a:cubicBezTo>
                    <a:pt x="3813" y="8428"/>
                    <a:pt x="3687" y="8428"/>
                    <a:pt x="3655" y="8491"/>
                  </a:cubicBezTo>
                  <a:cubicBezTo>
                    <a:pt x="3592" y="8554"/>
                    <a:pt x="3529" y="8649"/>
                    <a:pt x="3529" y="8743"/>
                  </a:cubicBezTo>
                  <a:lnTo>
                    <a:pt x="3466" y="9531"/>
                  </a:lnTo>
                  <a:lnTo>
                    <a:pt x="2678" y="9594"/>
                  </a:lnTo>
                  <a:cubicBezTo>
                    <a:pt x="2584" y="9594"/>
                    <a:pt x="2521" y="9657"/>
                    <a:pt x="2426" y="9720"/>
                  </a:cubicBezTo>
                  <a:cubicBezTo>
                    <a:pt x="2395" y="9814"/>
                    <a:pt x="2363" y="9877"/>
                    <a:pt x="2363" y="9972"/>
                  </a:cubicBezTo>
                  <a:lnTo>
                    <a:pt x="2426" y="10665"/>
                  </a:lnTo>
                  <a:lnTo>
                    <a:pt x="2174" y="10949"/>
                  </a:lnTo>
                  <a:lnTo>
                    <a:pt x="694" y="10949"/>
                  </a:lnTo>
                  <a:lnTo>
                    <a:pt x="694" y="9499"/>
                  </a:lnTo>
                  <a:lnTo>
                    <a:pt x="757" y="9499"/>
                  </a:lnTo>
                  <a:lnTo>
                    <a:pt x="5041" y="5215"/>
                  </a:lnTo>
                  <a:cubicBezTo>
                    <a:pt x="5104" y="5120"/>
                    <a:pt x="5167" y="4963"/>
                    <a:pt x="5104" y="4837"/>
                  </a:cubicBezTo>
                  <a:cubicBezTo>
                    <a:pt x="4695" y="3702"/>
                    <a:pt x="4947" y="2411"/>
                    <a:pt x="5797" y="1529"/>
                  </a:cubicBezTo>
                  <a:cubicBezTo>
                    <a:pt x="6380" y="946"/>
                    <a:pt x="7168" y="654"/>
                    <a:pt x="7955" y="654"/>
                  </a:cubicBezTo>
                  <a:close/>
                  <a:moveTo>
                    <a:pt x="7936" y="1"/>
                  </a:moveTo>
                  <a:cubicBezTo>
                    <a:pt x="6971" y="1"/>
                    <a:pt x="6002" y="363"/>
                    <a:pt x="5262" y="1088"/>
                  </a:cubicBezTo>
                  <a:cubicBezTo>
                    <a:pt x="4285" y="2096"/>
                    <a:pt x="3939" y="3576"/>
                    <a:pt x="4380" y="4931"/>
                  </a:cubicBezTo>
                  <a:lnTo>
                    <a:pt x="126" y="9184"/>
                  </a:lnTo>
                  <a:cubicBezTo>
                    <a:pt x="32" y="9247"/>
                    <a:pt x="0" y="9342"/>
                    <a:pt x="0" y="9405"/>
                  </a:cubicBezTo>
                  <a:lnTo>
                    <a:pt x="0" y="11358"/>
                  </a:lnTo>
                  <a:cubicBezTo>
                    <a:pt x="32" y="11453"/>
                    <a:pt x="189" y="11610"/>
                    <a:pt x="379" y="11610"/>
                  </a:cubicBezTo>
                  <a:lnTo>
                    <a:pt x="2332" y="11610"/>
                  </a:lnTo>
                  <a:cubicBezTo>
                    <a:pt x="2395" y="11610"/>
                    <a:pt x="2521" y="11579"/>
                    <a:pt x="2552" y="11516"/>
                  </a:cubicBezTo>
                  <a:lnTo>
                    <a:pt x="3025" y="11043"/>
                  </a:lnTo>
                  <a:cubicBezTo>
                    <a:pt x="3119" y="10949"/>
                    <a:pt x="3151" y="10823"/>
                    <a:pt x="3119" y="10759"/>
                  </a:cubicBezTo>
                  <a:lnTo>
                    <a:pt x="3025" y="10255"/>
                  </a:lnTo>
                  <a:lnTo>
                    <a:pt x="3750" y="10161"/>
                  </a:lnTo>
                  <a:cubicBezTo>
                    <a:pt x="3907" y="10161"/>
                    <a:pt x="4002" y="10003"/>
                    <a:pt x="4065" y="9846"/>
                  </a:cubicBezTo>
                  <a:lnTo>
                    <a:pt x="4128" y="9153"/>
                  </a:lnTo>
                  <a:lnTo>
                    <a:pt x="4663" y="9216"/>
                  </a:lnTo>
                  <a:cubicBezTo>
                    <a:pt x="4726" y="9216"/>
                    <a:pt x="4852" y="9216"/>
                    <a:pt x="4915" y="9153"/>
                  </a:cubicBezTo>
                  <a:cubicBezTo>
                    <a:pt x="5010" y="9058"/>
                    <a:pt x="5041" y="8995"/>
                    <a:pt x="5041" y="8901"/>
                  </a:cubicBezTo>
                  <a:lnTo>
                    <a:pt x="5041" y="8271"/>
                  </a:lnTo>
                  <a:lnTo>
                    <a:pt x="5671" y="8271"/>
                  </a:lnTo>
                  <a:cubicBezTo>
                    <a:pt x="5734" y="8271"/>
                    <a:pt x="5829" y="8239"/>
                    <a:pt x="5892" y="8145"/>
                  </a:cubicBezTo>
                  <a:lnTo>
                    <a:pt x="6774" y="7325"/>
                  </a:lnTo>
                  <a:cubicBezTo>
                    <a:pt x="7153" y="7452"/>
                    <a:pt x="7548" y="7514"/>
                    <a:pt x="7941" y="7514"/>
                  </a:cubicBezTo>
                  <a:cubicBezTo>
                    <a:pt x="8920" y="7514"/>
                    <a:pt x="9889" y="7131"/>
                    <a:pt x="10586" y="6412"/>
                  </a:cubicBezTo>
                  <a:cubicBezTo>
                    <a:pt x="12035" y="4963"/>
                    <a:pt x="12035" y="2568"/>
                    <a:pt x="10586" y="1088"/>
                  </a:cubicBezTo>
                  <a:cubicBezTo>
                    <a:pt x="9862" y="363"/>
                    <a:pt x="8901" y="1"/>
                    <a:pt x="79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-32048175" y="2342775"/>
              <a:ext cx="55950" cy="51025"/>
            </a:xfrm>
            <a:custGeom>
              <a:rect b="b" l="l" r="r" t="t"/>
              <a:pathLst>
                <a:path extrusionOk="0" h="2041" w="2238">
                  <a:moveTo>
                    <a:pt x="1119" y="662"/>
                  </a:moveTo>
                  <a:cubicBezTo>
                    <a:pt x="1206" y="662"/>
                    <a:pt x="1292" y="694"/>
                    <a:pt x="1355" y="757"/>
                  </a:cubicBezTo>
                  <a:cubicBezTo>
                    <a:pt x="1481" y="883"/>
                    <a:pt x="1481" y="1135"/>
                    <a:pt x="1355" y="1229"/>
                  </a:cubicBezTo>
                  <a:cubicBezTo>
                    <a:pt x="1292" y="1292"/>
                    <a:pt x="1206" y="1324"/>
                    <a:pt x="1119" y="1324"/>
                  </a:cubicBezTo>
                  <a:cubicBezTo>
                    <a:pt x="1032" y="1324"/>
                    <a:pt x="946" y="1292"/>
                    <a:pt x="883" y="1229"/>
                  </a:cubicBezTo>
                  <a:cubicBezTo>
                    <a:pt x="725" y="1135"/>
                    <a:pt x="725" y="914"/>
                    <a:pt x="883" y="757"/>
                  </a:cubicBezTo>
                  <a:cubicBezTo>
                    <a:pt x="946" y="694"/>
                    <a:pt x="1032" y="662"/>
                    <a:pt x="1119" y="662"/>
                  </a:cubicBezTo>
                  <a:close/>
                  <a:moveTo>
                    <a:pt x="1115" y="1"/>
                  </a:moveTo>
                  <a:cubicBezTo>
                    <a:pt x="851" y="1"/>
                    <a:pt x="584" y="95"/>
                    <a:pt x="379" y="284"/>
                  </a:cubicBezTo>
                  <a:cubicBezTo>
                    <a:pt x="1" y="694"/>
                    <a:pt x="1" y="1355"/>
                    <a:pt x="379" y="1733"/>
                  </a:cubicBezTo>
                  <a:cubicBezTo>
                    <a:pt x="599" y="1938"/>
                    <a:pt x="867" y="2041"/>
                    <a:pt x="1127" y="2041"/>
                  </a:cubicBezTo>
                  <a:cubicBezTo>
                    <a:pt x="1387" y="2041"/>
                    <a:pt x="1639" y="1938"/>
                    <a:pt x="1828" y="1733"/>
                  </a:cubicBezTo>
                  <a:cubicBezTo>
                    <a:pt x="2238" y="1355"/>
                    <a:pt x="2238" y="694"/>
                    <a:pt x="1828" y="284"/>
                  </a:cubicBezTo>
                  <a:cubicBezTo>
                    <a:pt x="1639" y="95"/>
                    <a:pt x="1379" y="1"/>
                    <a:pt x="1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" name="Google Shape;314;p32"/>
          <p:cNvSpPr/>
          <p:nvPr/>
        </p:nvSpPr>
        <p:spPr>
          <a:xfrm>
            <a:off x="1781025" y="1394518"/>
            <a:ext cx="385805" cy="374678"/>
          </a:xfrm>
          <a:custGeom>
            <a:rect b="b" l="l" r="r" t="t"/>
            <a:pathLst>
              <a:path extrusionOk="0" h="12729" w="13107">
                <a:moveTo>
                  <a:pt x="10240" y="838"/>
                </a:moveTo>
                <a:cubicBezTo>
                  <a:pt x="10457" y="838"/>
                  <a:pt x="10681" y="882"/>
                  <a:pt x="10902" y="977"/>
                </a:cubicBezTo>
                <a:cubicBezTo>
                  <a:pt x="11752" y="1323"/>
                  <a:pt x="12130" y="2332"/>
                  <a:pt x="11784" y="3151"/>
                </a:cubicBezTo>
                <a:cubicBezTo>
                  <a:pt x="11505" y="3793"/>
                  <a:pt x="10877" y="4159"/>
                  <a:pt x="10226" y="4159"/>
                </a:cubicBezTo>
                <a:cubicBezTo>
                  <a:pt x="9920" y="4159"/>
                  <a:pt x="9609" y="4078"/>
                  <a:pt x="9326" y="3907"/>
                </a:cubicBezTo>
                <a:cubicBezTo>
                  <a:pt x="8917" y="3592"/>
                  <a:pt x="8602" y="3056"/>
                  <a:pt x="8602" y="2521"/>
                </a:cubicBezTo>
                <a:cubicBezTo>
                  <a:pt x="8627" y="1538"/>
                  <a:pt x="9377" y="838"/>
                  <a:pt x="10240" y="838"/>
                </a:cubicBezTo>
                <a:close/>
                <a:moveTo>
                  <a:pt x="11059" y="4852"/>
                </a:moveTo>
                <a:lnTo>
                  <a:pt x="11059" y="5990"/>
                </a:lnTo>
                <a:lnTo>
                  <a:pt x="10555" y="5514"/>
                </a:lnTo>
                <a:cubicBezTo>
                  <a:pt x="10476" y="5435"/>
                  <a:pt x="10366" y="5395"/>
                  <a:pt x="10256" y="5395"/>
                </a:cubicBezTo>
                <a:cubicBezTo>
                  <a:pt x="10146" y="5395"/>
                  <a:pt x="10035" y="5435"/>
                  <a:pt x="9957" y="5514"/>
                </a:cubicBezTo>
                <a:lnTo>
                  <a:pt x="9421" y="6049"/>
                </a:lnTo>
                <a:lnTo>
                  <a:pt x="9421" y="4852"/>
                </a:lnTo>
                <a:cubicBezTo>
                  <a:pt x="9673" y="4946"/>
                  <a:pt x="9949" y="4994"/>
                  <a:pt x="10228" y="4994"/>
                </a:cubicBezTo>
                <a:cubicBezTo>
                  <a:pt x="10508" y="4994"/>
                  <a:pt x="10791" y="4946"/>
                  <a:pt x="11059" y="4852"/>
                </a:cubicBezTo>
                <a:close/>
                <a:moveTo>
                  <a:pt x="11847" y="11027"/>
                </a:moveTo>
                <a:cubicBezTo>
                  <a:pt x="11658" y="11531"/>
                  <a:pt x="11217" y="11846"/>
                  <a:pt x="10681" y="11846"/>
                </a:cubicBezTo>
                <a:lnTo>
                  <a:pt x="3782" y="11846"/>
                </a:lnTo>
                <a:cubicBezTo>
                  <a:pt x="3971" y="11625"/>
                  <a:pt x="4097" y="11342"/>
                  <a:pt x="4128" y="11027"/>
                </a:cubicBezTo>
                <a:close/>
                <a:moveTo>
                  <a:pt x="8444" y="851"/>
                </a:moveTo>
                <a:cubicBezTo>
                  <a:pt x="7531" y="1890"/>
                  <a:pt x="7594" y="3466"/>
                  <a:pt x="8633" y="4379"/>
                </a:cubicBezTo>
                <a:lnTo>
                  <a:pt x="8633" y="7089"/>
                </a:lnTo>
                <a:cubicBezTo>
                  <a:pt x="8633" y="7246"/>
                  <a:pt x="8759" y="7404"/>
                  <a:pt x="8854" y="7467"/>
                </a:cubicBezTo>
                <a:cubicBezTo>
                  <a:pt x="8916" y="7504"/>
                  <a:pt x="8978" y="7522"/>
                  <a:pt x="9038" y="7522"/>
                </a:cubicBezTo>
                <a:cubicBezTo>
                  <a:pt x="9131" y="7522"/>
                  <a:pt x="9219" y="7480"/>
                  <a:pt x="9295" y="7404"/>
                </a:cubicBezTo>
                <a:lnTo>
                  <a:pt x="10240" y="6459"/>
                </a:lnTo>
                <a:lnTo>
                  <a:pt x="10240" y="10271"/>
                </a:lnTo>
                <a:lnTo>
                  <a:pt x="3782" y="10271"/>
                </a:lnTo>
                <a:cubicBezTo>
                  <a:pt x="3752" y="10262"/>
                  <a:pt x="3724" y="10258"/>
                  <a:pt x="3697" y="10258"/>
                </a:cubicBezTo>
                <a:cubicBezTo>
                  <a:pt x="3522" y="10258"/>
                  <a:pt x="3404" y="10426"/>
                  <a:pt x="3404" y="10617"/>
                </a:cubicBezTo>
                <a:cubicBezTo>
                  <a:pt x="3404" y="11331"/>
                  <a:pt x="2805" y="11880"/>
                  <a:pt x="2143" y="11880"/>
                </a:cubicBezTo>
                <a:cubicBezTo>
                  <a:pt x="1987" y="11880"/>
                  <a:pt x="1827" y="11849"/>
                  <a:pt x="1671" y="11783"/>
                </a:cubicBezTo>
                <a:cubicBezTo>
                  <a:pt x="1293" y="11625"/>
                  <a:pt x="1072" y="11342"/>
                  <a:pt x="946" y="10995"/>
                </a:cubicBezTo>
                <a:cubicBezTo>
                  <a:pt x="883" y="10743"/>
                  <a:pt x="915" y="10617"/>
                  <a:pt x="915" y="10302"/>
                </a:cubicBezTo>
                <a:lnTo>
                  <a:pt x="915" y="851"/>
                </a:lnTo>
                <a:close/>
                <a:moveTo>
                  <a:pt x="442" y="0"/>
                </a:moveTo>
                <a:cubicBezTo>
                  <a:pt x="190" y="0"/>
                  <a:pt x="1" y="189"/>
                  <a:pt x="1" y="441"/>
                </a:cubicBezTo>
                <a:lnTo>
                  <a:pt x="1" y="10617"/>
                </a:lnTo>
                <a:cubicBezTo>
                  <a:pt x="1" y="11783"/>
                  <a:pt x="946" y="12728"/>
                  <a:pt x="2080" y="12728"/>
                </a:cubicBezTo>
                <a:lnTo>
                  <a:pt x="10650" y="12728"/>
                </a:lnTo>
                <a:cubicBezTo>
                  <a:pt x="11784" y="12728"/>
                  <a:pt x="12729" y="11783"/>
                  <a:pt x="12729" y="10617"/>
                </a:cubicBezTo>
                <a:cubicBezTo>
                  <a:pt x="12760" y="10397"/>
                  <a:pt x="12571" y="10208"/>
                  <a:pt x="12319" y="10208"/>
                </a:cubicBezTo>
                <a:lnTo>
                  <a:pt x="11122" y="10208"/>
                </a:lnTo>
                <a:lnTo>
                  <a:pt x="11122" y="7215"/>
                </a:lnTo>
                <a:lnTo>
                  <a:pt x="11217" y="7309"/>
                </a:lnTo>
                <a:cubicBezTo>
                  <a:pt x="11301" y="7393"/>
                  <a:pt x="11413" y="7435"/>
                  <a:pt x="11515" y="7435"/>
                </a:cubicBezTo>
                <a:cubicBezTo>
                  <a:pt x="11567" y="7435"/>
                  <a:pt x="11616" y="7425"/>
                  <a:pt x="11658" y="7404"/>
                </a:cubicBezTo>
                <a:cubicBezTo>
                  <a:pt x="11815" y="7309"/>
                  <a:pt x="11910" y="7215"/>
                  <a:pt x="11910" y="6994"/>
                </a:cubicBezTo>
                <a:lnTo>
                  <a:pt x="11910" y="4285"/>
                </a:lnTo>
                <a:cubicBezTo>
                  <a:pt x="13107" y="3214"/>
                  <a:pt x="12950" y="1292"/>
                  <a:pt x="11626" y="378"/>
                </a:cubicBezTo>
                <a:cubicBezTo>
                  <a:pt x="11437" y="221"/>
                  <a:pt x="11154" y="126"/>
                  <a:pt x="10902" y="63"/>
                </a:cubicBezTo>
                <a:cubicBezTo>
                  <a:pt x="10839" y="0"/>
                  <a:pt x="10744" y="0"/>
                  <a:pt x="106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"/>
          <p:cNvSpPr/>
          <p:nvPr/>
        </p:nvSpPr>
        <p:spPr>
          <a:xfrm>
            <a:off x="2626222" y="3158151"/>
            <a:ext cx="359320" cy="356438"/>
          </a:xfrm>
          <a:custGeom>
            <a:rect b="b" l="l" r="r" t="t"/>
            <a:pathLst>
              <a:path extrusionOk="0" h="11752" w="11847">
                <a:moveTo>
                  <a:pt x="6039" y="2796"/>
                </a:moveTo>
                <a:cubicBezTo>
                  <a:pt x="6845" y="2796"/>
                  <a:pt x="7621" y="3116"/>
                  <a:pt x="8224" y="3718"/>
                </a:cubicBezTo>
                <a:cubicBezTo>
                  <a:pt x="8917" y="4411"/>
                  <a:pt x="9232" y="5356"/>
                  <a:pt x="9074" y="6396"/>
                </a:cubicBezTo>
                <a:cubicBezTo>
                  <a:pt x="8885" y="7688"/>
                  <a:pt x="7814" y="8759"/>
                  <a:pt x="6522" y="8948"/>
                </a:cubicBezTo>
                <a:cubicBezTo>
                  <a:pt x="6377" y="8962"/>
                  <a:pt x="6232" y="8970"/>
                  <a:pt x="6088" y="8970"/>
                </a:cubicBezTo>
                <a:cubicBezTo>
                  <a:pt x="5606" y="8970"/>
                  <a:pt x="5132" y="8883"/>
                  <a:pt x="4695" y="8664"/>
                </a:cubicBezTo>
                <a:lnTo>
                  <a:pt x="5231" y="8160"/>
                </a:lnTo>
                <a:cubicBezTo>
                  <a:pt x="5444" y="8249"/>
                  <a:pt x="5677" y="8288"/>
                  <a:pt x="5919" y="8288"/>
                </a:cubicBezTo>
                <a:cubicBezTo>
                  <a:pt x="6106" y="8288"/>
                  <a:pt x="6298" y="8265"/>
                  <a:pt x="6491" y="8223"/>
                </a:cubicBezTo>
                <a:cubicBezTo>
                  <a:pt x="6964" y="8160"/>
                  <a:pt x="7373" y="7908"/>
                  <a:pt x="7751" y="7562"/>
                </a:cubicBezTo>
                <a:cubicBezTo>
                  <a:pt x="8098" y="7215"/>
                  <a:pt x="8318" y="6774"/>
                  <a:pt x="8413" y="6301"/>
                </a:cubicBezTo>
                <a:cubicBezTo>
                  <a:pt x="8476" y="5797"/>
                  <a:pt x="8444" y="5293"/>
                  <a:pt x="8224" y="4821"/>
                </a:cubicBezTo>
                <a:cubicBezTo>
                  <a:pt x="8161" y="4695"/>
                  <a:pt x="8066" y="4663"/>
                  <a:pt x="7972" y="4600"/>
                </a:cubicBezTo>
                <a:cubicBezTo>
                  <a:pt x="7846" y="4600"/>
                  <a:pt x="7751" y="4600"/>
                  <a:pt x="7657" y="4695"/>
                </a:cubicBezTo>
                <a:lnTo>
                  <a:pt x="6806" y="5545"/>
                </a:lnTo>
                <a:cubicBezTo>
                  <a:pt x="6743" y="5608"/>
                  <a:pt x="6649" y="5640"/>
                  <a:pt x="6558" y="5640"/>
                </a:cubicBezTo>
                <a:cubicBezTo>
                  <a:pt x="6467" y="5640"/>
                  <a:pt x="6381" y="5608"/>
                  <a:pt x="6333" y="5545"/>
                </a:cubicBezTo>
                <a:cubicBezTo>
                  <a:pt x="6207" y="5419"/>
                  <a:pt x="6207" y="5199"/>
                  <a:pt x="6333" y="5073"/>
                </a:cubicBezTo>
                <a:lnTo>
                  <a:pt x="7184" y="4222"/>
                </a:lnTo>
                <a:cubicBezTo>
                  <a:pt x="7279" y="4128"/>
                  <a:pt x="7310" y="4033"/>
                  <a:pt x="7279" y="3907"/>
                </a:cubicBezTo>
                <a:cubicBezTo>
                  <a:pt x="7279" y="3781"/>
                  <a:pt x="7184" y="3718"/>
                  <a:pt x="7058" y="3655"/>
                </a:cubicBezTo>
                <a:cubicBezTo>
                  <a:pt x="6723" y="3499"/>
                  <a:pt x="6372" y="3437"/>
                  <a:pt x="6017" y="3437"/>
                </a:cubicBezTo>
                <a:cubicBezTo>
                  <a:pt x="5871" y="3437"/>
                  <a:pt x="5724" y="3448"/>
                  <a:pt x="5577" y="3466"/>
                </a:cubicBezTo>
                <a:cubicBezTo>
                  <a:pt x="5105" y="3561"/>
                  <a:pt x="4664" y="3781"/>
                  <a:pt x="4317" y="4128"/>
                </a:cubicBezTo>
                <a:cubicBezTo>
                  <a:pt x="3971" y="4506"/>
                  <a:pt x="3719" y="4915"/>
                  <a:pt x="3656" y="5388"/>
                </a:cubicBezTo>
                <a:cubicBezTo>
                  <a:pt x="3561" y="5829"/>
                  <a:pt x="3593" y="6270"/>
                  <a:pt x="3719" y="6648"/>
                </a:cubicBezTo>
                <a:lnTo>
                  <a:pt x="3214" y="7184"/>
                </a:lnTo>
                <a:cubicBezTo>
                  <a:pt x="2962" y="6648"/>
                  <a:pt x="2868" y="6018"/>
                  <a:pt x="2962" y="5388"/>
                </a:cubicBezTo>
                <a:cubicBezTo>
                  <a:pt x="3183" y="4096"/>
                  <a:pt x="4223" y="3025"/>
                  <a:pt x="5546" y="2836"/>
                </a:cubicBezTo>
                <a:cubicBezTo>
                  <a:pt x="5710" y="2809"/>
                  <a:pt x="5875" y="2796"/>
                  <a:pt x="6039" y="2796"/>
                </a:cubicBezTo>
                <a:close/>
                <a:moveTo>
                  <a:pt x="6428" y="757"/>
                </a:moveTo>
                <a:lnTo>
                  <a:pt x="6554" y="1261"/>
                </a:lnTo>
                <a:cubicBezTo>
                  <a:pt x="6585" y="1387"/>
                  <a:pt x="6680" y="1481"/>
                  <a:pt x="6838" y="1481"/>
                </a:cubicBezTo>
                <a:cubicBezTo>
                  <a:pt x="7468" y="1607"/>
                  <a:pt x="8003" y="1859"/>
                  <a:pt x="8539" y="2206"/>
                </a:cubicBezTo>
                <a:cubicBezTo>
                  <a:pt x="8586" y="2237"/>
                  <a:pt x="8641" y="2253"/>
                  <a:pt x="8700" y="2253"/>
                </a:cubicBezTo>
                <a:cubicBezTo>
                  <a:pt x="8759" y="2253"/>
                  <a:pt x="8822" y="2237"/>
                  <a:pt x="8885" y="2206"/>
                </a:cubicBezTo>
                <a:lnTo>
                  <a:pt x="9326" y="1922"/>
                </a:lnTo>
                <a:lnTo>
                  <a:pt x="9894" y="2521"/>
                </a:lnTo>
                <a:lnTo>
                  <a:pt x="9641" y="2962"/>
                </a:lnTo>
                <a:cubicBezTo>
                  <a:pt x="9547" y="3088"/>
                  <a:pt x="9547" y="3246"/>
                  <a:pt x="9641" y="3309"/>
                </a:cubicBezTo>
                <a:cubicBezTo>
                  <a:pt x="9988" y="3813"/>
                  <a:pt x="10209" y="4411"/>
                  <a:pt x="10335" y="5010"/>
                </a:cubicBezTo>
                <a:cubicBezTo>
                  <a:pt x="10366" y="5136"/>
                  <a:pt x="10461" y="5230"/>
                  <a:pt x="10587" y="5293"/>
                </a:cubicBezTo>
                <a:lnTo>
                  <a:pt x="11091" y="5388"/>
                </a:lnTo>
                <a:lnTo>
                  <a:pt x="11091" y="6301"/>
                </a:lnTo>
                <a:lnTo>
                  <a:pt x="11154" y="6301"/>
                </a:lnTo>
                <a:lnTo>
                  <a:pt x="10650" y="6428"/>
                </a:lnTo>
                <a:cubicBezTo>
                  <a:pt x="10524" y="6459"/>
                  <a:pt x="10429" y="6554"/>
                  <a:pt x="10429" y="6711"/>
                </a:cubicBezTo>
                <a:cubicBezTo>
                  <a:pt x="10303" y="7341"/>
                  <a:pt x="10051" y="7877"/>
                  <a:pt x="9704" y="8381"/>
                </a:cubicBezTo>
                <a:cubicBezTo>
                  <a:pt x="9641" y="8507"/>
                  <a:pt x="9641" y="8633"/>
                  <a:pt x="9704" y="8759"/>
                </a:cubicBezTo>
                <a:lnTo>
                  <a:pt x="9988" y="9168"/>
                </a:lnTo>
                <a:lnTo>
                  <a:pt x="9389" y="9767"/>
                </a:lnTo>
                <a:lnTo>
                  <a:pt x="8948" y="9483"/>
                </a:lnTo>
                <a:cubicBezTo>
                  <a:pt x="8901" y="9452"/>
                  <a:pt x="8838" y="9436"/>
                  <a:pt x="8775" y="9436"/>
                </a:cubicBezTo>
                <a:cubicBezTo>
                  <a:pt x="8712" y="9436"/>
                  <a:pt x="8649" y="9452"/>
                  <a:pt x="8602" y="9483"/>
                </a:cubicBezTo>
                <a:cubicBezTo>
                  <a:pt x="8098" y="9862"/>
                  <a:pt x="7499" y="10082"/>
                  <a:pt x="6901" y="10208"/>
                </a:cubicBezTo>
                <a:cubicBezTo>
                  <a:pt x="6806" y="10240"/>
                  <a:pt x="6680" y="10334"/>
                  <a:pt x="6649" y="10429"/>
                </a:cubicBezTo>
                <a:lnTo>
                  <a:pt x="6522" y="10964"/>
                </a:lnTo>
                <a:lnTo>
                  <a:pt x="5703" y="10964"/>
                </a:lnTo>
                <a:lnTo>
                  <a:pt x="5577" y="10429"/>
                </a:lnTo>
                <a:cubicBezTo>
                  <a:pt x="5546" y="10334"/>
                  <a:pt x="5451" y="10208"/>
                  <a:pt x="5294" y="10208"/>
                </a:cubicBezTo>
                <a:cubicBezTo>
                  <a:pt x="4758" y="10082"/>
                  <a:pt x="4223" y="9893"/>
                  <a:pt x="3750" y="9609"/>
                </a:cubicBezTo>
                <a:lnTo>
                  <a:pt x="4286" y="9105"/>
                </a:lnTo>
                <a:cubicBezTo>
                  <a:pt x="4821" y="9420"/>
                  <a:pt x="5451" y="9578"/>
                  <a:pt x="6113" y="9578"/>
                </a:cubicBezTo>
                <a:cubicBezTo>
                  <a:pt x="6333" y="9578"/>
                  <a:pt x="6522" y="9578"/>
                  <a:pt x="6712" y="9546"/>
                </a:cubicBezTo>
                <a:cubicBezTo>
                  <a:pt x="7499" y="9420"/>
                  <a:pt x="8224" y="9011"/>
                  <a:pt x="8759" y="8475"/>
                </a:cubicBezTo>
                <a:cubicBezTo>
                  <a:pt x="9326" y="7908"/>
                  <a:pt x="9704" y="7184"/>
                  <a:pt x="9831" y="6428"/>
                </a:cubicBezTo>
                <a:cubicBezTo>
                  <a:pt x="10020" y="5199"/>
                  <a:pt x="9641" y="4033"/>
                  <a:pt x="8759" y="3151"/>
                </a:cubicBezTo>
                <a:cubicBezTo>
                  <a:pt x="8046" y="2438"/>
                  <a:pt x="7089" y="2034"/>
                  <a:pt x="6074" y="2034"/>
                </a:cubicBezTo>
                <a:cubicBezTo>
                  <a:pt x="5878" y="2034"/>
                  <a:pt x="5681" y="2049"/>
                  <a:pt x="5483" y="2080"/>
                </a:cubicBezTo>
                <a:cubicBezTo>
                  <a:pt x="4695" y="2206"/>
                  <a:pt x="4002" y="2615"/>
                  <a:pt x="3435" y="3151"/>
                </a:cubicBezTo>
                <a:cubicBezTo>
                  <a:pt x="2899" y="3718"/>
                  <a:pt x="2490" y="4443"/>
                  <a:pt x="2395" y="5199"/>
                </a:cubicBezTo>
                <a:cubicBezTo>
                  <a:pt x="2269" y="6018"/>
                  <a:pt x="2427" y="6900"/>
                  <a:pt x="2805" y="7656"/>
                </a:cubicBezTo>
                <a:lnTo>
                  <a:pt x="2301" y="8160"/>
                </a:lnTo>
                <a:cubicBezTo>
                  <a:pt x="2017" y="7688"/>
                  <a:pt x="1828" y="7184"/>
                  <a:pt x="1702" y="6617"/>
                </a:cubicBezTo>
                <a:cubicBezTo>
                  <a:pt x="1671" y="6491"/>
                  <a:pt x="1608" y="6396"/>
                  <a:pt x="1482" y="6333"/>
                </a:cubicBezTo>
                <a:lnTo>
                  <a:pt x="978" y="6238"/>
                </a:lnTo>
                <a:lnTo>
                  <a:pt x="978" y="5388"/>
                </a:lnTo>
                <a:lnTo>
                  <a:pt x="1482" y="5293"/>
                </a:lnTo>
                <a:cubicBezTo>
                  <a:pt x="1608" y="5230"/>
                  <a:pt x="1702" y="5167"/>
                  <a:pt x="1702" y="5010"/>
                </a:cubicBezTo>
                <a:cubicBezTo>
                  <a:pt x="1828" y="4380"/>
                  <a:pt x="2080" y="3813"/>
                  <a:pt x="2427" y="3309"/>
                </a:cubicBezTo>
                <a:cubicBezTo>
                  <a:pt x="2490" y="3183"/>
                  <a:pt x="2490" y="3088"/>
                  <a:pt x="2427" y="2962"/>
                </a:cubicBezTo>
                <a:lnTo>
                  <a:pt x="2143" y="2521"/>
                </a:lnTo>
                <a:lnTo>
                  <a:pt x="2742" y="1922"/>
                </a:lnTo>
                <a:lnTo>
                  <a:pt x="3183" y="2206"/>
                </a:lnTo>
                <a:cubicBezTo>
                  <a:pt x="3230" y="2237"/>
                  <a:pt x="3293" y="2253"/>
                  <a:pt x="3356" y="2253"/>
                </a:cubicBezTo>
                <a:cubicBezTo>
                  <a:pt x="3419" y="2253"/>
                  <a:pt x="3482" y="2237"/>
                  <a:pt x="3530" y="2206"/>
                </a:cubicBezTo>
                <a:cubicBezTo>
                  <a:pt x="4034" y="1859"/>
                  <a:pt x="4632" y="1607"/>
                  <a:pt x="5231" y="1481"/>
                </a:cubicBezTo>
                <a:cubicBezTo>
                  <a:pt x="5325" y="1450"/>
                  <a:pt x="5451" y="1387"/>
                  <a:pt x="5483" y="1261"/>
                </a:cubicBezTo>
                <a:lnTo>
                  <a:pt x="5609" y="757"/>
                </a:lnTo>
                <a:close/>
                <a:moveTo>
                  <a:pt x="6239" y="4222"/>
                </a:moveTo>
                <a:lnTo>
                  <a:pt x="5766" y="4695"/>
                </a:lnTo>
                <a:cubicBezTo>
                  <a:pt x="5388" y="5073"/>
                  <a:pt x="5388" y="5766"/>
                  <a:pt x="5766" y="6144"/>
                </a:cubicBezTo>
                <a:cubicBezTo>
                  <a:pt x="5971" y="6349"/>
                  <a:pt x="6239" y="6451"/>
                  <a:pt x="6503" y="6451"/>
                </a:cubicBezTo>
                <a:cubicBezTo>
                  <a:pt x="6767" y="6451"/>
                  <a:pt x="7027" y="6349"/>
                  <a:pt x="7216" y="6144"/>
                </a:cubicBezTo>
                <a:lnTo>
                  <a:pt x="7688" y="5671"/>
                </a:lnTo>
                <a:cubicBezTo>
                  <a:pt x="7751" y="5860"/>
                  <a:pt x="7751" y="6081"/>
                  <a:pt x="7688" y="6238"/>
                </a:cubicBezTo>
                <a:cubicBezTo>
                  <a:pt x="7594" y="6900"/>
                  <a:pt x="7027" y="7436"/>
                  <a:pt x="6365" y="7562"/>
                </a:cubicBezTo>
                <a:cubicBezTo>
                  <a:pt x="6267" y="7588"/>
                  <a:pt x="6163" y="7600"/>
                  <a:pt x="6059" y="7600"/>
                </a:cubicBezTo>
                <a:cubicBezTo>
                  <a:pt x="5794" y="7600"/>
                  <a:pt x="5520" y="7526"/>
                  <a:pt x="5294" y="7436"/>
                </a:cubicBezTo>
                <a:cubicBezTo>
                  <a:pt x="5252" y="7415"/>
                  <a:pt x="5206" y="7404"/>
                  <a:pt x="5161" y="7404"/>
                </a:cubicBezTo>
                <a:cubicBezTo>
                  <a:pt x="5070" y="7404"/>
                  <a:pt x="4979" y="7446"/>
                  <a:pt x="4916" y="7530"/>
                </a:cubicBezTo>
                <a:lnTo>
                  <a:pt x="3908" y="8507"/>
                </a:lnTo>
                <a:lnTo>
                  <a:pt x="1450" y="10964"/>
                </a:lnTo>
                <a:cubicBezTo>
                  <a:pt x="1387" y="11011"/>
                  <a:pt x="1293" y="11035"/>
                  <a:pt x="1202" y="11035"/>
                </a:cubicBezTo>
                <a:cubicBezTo>
                  <a:pt x="1112" y="11035"/>
                  <a:pt x="1025" y="11011"/>
                  <a:pt x="978" y="10964"/>
                </a:cubicBezTo>
                <a:cubicBezTo>
                  <a:pt x="852" y="10838"/>
                  <a:pt x="852" y="10586"/>
                  <a:pt x="978" y="10492"/>
                </a:cubicBezTo>
                <a:lnTo>
                  <a:pt x="3403" y="8034"/>
                </a:lnTo>
                <a:lnTo>
                  <a:pt x="4380" y="7058"/>
                </a:lnTo>
                <a:cubicBezTo>
                  <a:pt x="4506" y="6932"/>
                  <a:pt x="4506" y="6774"/>
                  <a:pt x="4475" y="6648"/>
                </a:cubicBezTo>
                <a:cubicBezTo>
                  <a:pt x="4317" y="6333"/>
                  <a:pt x="4286" y="5955"/>
                  <a:pt x="4349" y="5608"/>
                </a:cubicBezTo>
                <a:cubicBezTo>
                  <a:pt x="4475" y="4915"/>
                  <a:pt x="5010" y="4380"/>
                  <a:pt x="5703" y="4254"/>
                </a:cubicBezTo>
                <a:cubicBezTo>
                  <a:pt x="5798" y="4254"/>
                  <a:pt x="5892" y="4222"/>
                  <a:pt x="6018" y="4222"/>
                </a:cubicBezTo>
                <a:close/>
                <a:moveTo>
                  <a:pt x="5262" y="1"/>
                </a:moveTo>
                <a:cubicBezTo>
                  <a:pt x="5105" y="1"/>
                  <a:pt x="4979" y="127"/>
                  <a:pt x="4947" y="284"/>
                </a:cubicBezTo>
                <a:lnTo>
                  <a:pt x="4790" y="883"/>
                </a:lnTo>
                <a:cubicBezTo>
                  <a:pt x="4223" y="977"/>
                  <a:pt x="3719" y="1229"/>
                  <a:pt x="3214" y="1513"/>
                </a:cubicBezTo>
                <a:lnTo>
                  <a:pt x="2710" y="1198"/>
                </a:lnTo>
                <a:cubicBezTo>
                  <a:pt x="2652" y="1154"/>
                  <a:pt x="2580" y="1130"/>
                  <a:pt x="2507" y="1130"/>
                </a:cubicBezTo>
                <a:cubicBezTo>
                  <a:pt x="2422" y="1130"/>
                  <a:pt x="2337" y="1162"/>
                  <a:pt x="2269" y="1229"/>
                </a:cubicBezTo>
                <a:lnTo>
                  <a:pt x="1293" y="2206"/>
                </a:lnTo>
                <a:cubicBezTo>
                  <a:pt x="1167" y="2332"/>
                  <a:pt x="1167" y="2489"/>
                  <a:pt x="1230" y="2647"/>
                </a:cubicBezTo>
                <a:lnTo>
                  <a:pt x="1545" y="3151"/>
                </a:lnTo>
                <a:cubicBezTo>
                  <a:pt x="1230" y="3624"/>
                  <a:pt x="1041" y="4128"/>
                  <a:pt x="915" y="4726"/>
                </a:cubicBezTo>
                <a:lnTo>
                  <a:pt x="348" y="4884"/>
                </a:lnTo>
                <a:cubicBezTo>
                  <a:pt x="190" y="4915"/>
                  <a:pt x="64" y="5041"/>
                  <a:pt x="64" y="5199"/>
                </a:cubicBezTo>
                <a:lnTo>
                  <a:pt x="64" y="6585"/>
                </a:lnTo>
                <a:cubicBezTo>
                  <a:pt x="64" y="6743"/>
                  <a:pt x="190" y="6869"/>
                  <a:pt x="348" y="6900"/>
                </a:cubicBezTo>
                <a:lnTo>
                  <a:pt x="915" y="7058"/>
                </a:lnTo>
                <a:cubicBezTo>
                  <a:pt x="1041" y="7656"/>
                  <a:pt x="1324" y="8223"/>
                  <a:pt x="1639" y="8696"/>
                </a:cubicBezTo>
                <a:lnTo>
                  <a:pt x="379" y="9956"/>
                </a:lnTo>
                <a:cubicBezTo>
                  <a:pt x="1" y="10366"/>
                  <a:pt x="1" y="11027"/>
                  <a:pt x="379" y="11437"/>
                </a:cubicBezTo>
                <a:cubicBezTo>
                  <a:pt x="584" y="11626"/>
                  <a:pt x="852" y="11720"/>
                  <a:pt x="1115" y="11720"/>
                </a:cubicBezTo>
                <a:cubicBezTo>
                  <a:pt x="1379" y="11720"/>
                  <a:pt x="1639" y="11626"/>
                  <a:pt x="1828" y="11437"/>
                </a:cubicBezTo>
                <a:lnTo>
                  <a:pt x="3088" y="10177"/>
                </a:lnTo>
                <a:cubicBezTo>
                  <a:pt x="3624" y="10523"/>
                  <a:pt x="4160" y="10744"/>
                  <a:pt x="4758" y="10870"/>
                </a:cubicBezTo>
                <a:lnTo>
                  <a:pt x="4916" y="11468"/>
                </a:lnTo>
                <a:cubicBezTo>
                  <a:pt x="4947" y="11626"/>
                  <a:pt x="5073" y="11752"/>
                  <a:pt x="5231" y="11752"/>
                </a:cubicBezTo>
                <a:lnTo>
                  <a:pt x="6585" y="11752"/>
                </a:lnTo>
                <a:cubicBezTo>
                  <a:pt x="6775" y="11752"/>
                  <a:pt x="6869" y="11626"/>
                  <a:pt x="6932" y="11468"/>
                </a:cubicBezTo>
                <a:lnTo>
                  <a:pt x="7090" y="10870"/>
                </a:lnTo>
                <a:cubicBezTo>
                  <a:pt x="7625" y="10744"/>
                  <a:pt x="8129" y="10523"/>
                  <a:pt x="8665" y="10240"/>
                </a:cubicBezTo>
                <a:lnTo>
                  <a:pt x="9169" y="10555"/>
                </a:lnTo>
                <a:cubicBezTo>
                  <a:pt x="9227" y="10599"/>
                  <a:pt x="9299" y="10622"/>
                  <a:pt x="9372" y="10622"/>
                </a:cubicBezTo>
                <a:cubicBezTo>
                  <a:pt x="9457" y="10622"/>
                  <a:pt x="9542" y="10591"/>
                  <a:pt x="9610" y="10523"/>
                </a:cubicBezTo>
                <a:lnTo>
                  <a:pt x="10587" y="9546"/>
                </a:lnTo>
                <a:cubicBezTo>
                  <a:pt x="10713" y="9420"/>
                  <a:pt x="10713" y="9263"/>
                  <a:pt x="10618" y="9105"/>
                </a:cubicBezTo>
                <a:lnTo>
                  <a:pt x="10303" y="8601"/>
                </a:lnTo>
                <a:cubicBezTo>
                  <a:pt x="10618" y="8129"/>
                  <a:pt x="10807" y="7593"/>
                  <a:pt x="10933" y="7026"/>
                </a:cubicBezTo>
                <a:lnTo>
                  <a:pt x="11532" y="6869"/>
                </a:lnTo>
                <a:cubicBezTo>
                  <a:pt x="11689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847" y="5041"/>
                  <a:pt x="11721" y="4915"/>
                  <a:pt x="11563" y="4884"/>
                </a:cubicBezTo>
                <a:lnTo>
                  <a:pt x="10965" y="4726"/>
                </a:lnTo>
                <a:cubicBezTo>
                  <a:pt x="10839" y="4191"/>
                  <a:pt x="10618" y="3655"/>
                  <a:pt x="10335" y="3151"/>
                </a:cubicBezTo>
                <a:lnTo>
                  <a:pt x="10650" y="2647"/>
                </a:lnTo>
                <a:cubicBezTo>
                  <a:pt x="10744" y="2521"/>
                  <a:pt x="10744" y="2332"/>
                  <a:pt x="10618" y="2206"/>
                </a:cubicBezTo>
                <a:lnTo>
                  <a:pt x="9641" y="1229"/>
                </a:lnTo>
                <a:cubicBezTo>
                  <a:pt x="9574" y="1162"/>
                  <a:pt x="9497" y="1130"/>
                  <a:pt x="9417" y="1130"/>
                </a:cubicBezTo>
                <a:cubicBezTo>
                  <a:pt x="9347" y="1130"/>
                  <a:pt x="9274" y="1154"/>
                  <a:pt x="9200" y="1198"/>
                </a:cubicBezTo>
                <a:lnTo>
                  <a:pt x="8696" y="1513"/>
                </a:lnTo>
                <a:cubicBezTo>
                  <a:pt x="8224" y="1198"/>
                  <a:pt x="7720" y="977"/>
                  <a:pt x="7121" y="883"/>
                </a:cubicBezTo>
                <a:lnTo>
                  <a:pt x="6964" y="284"/>
                </a:lnTo>
                <a:cubicBezTo>
                  <a:pt x="6932" y="127"/>
                  <a:pt x="6806" y="1"/>
                  <a:pt x="66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32"/>
          <p:cNvGrpSpPr/>
          <p:nvPr/>
        </p:nvGrpSpPr>
        <p:grpSpPr>
          <a:xfrm>
            <a:off x="6236824" y="3158147"/>
            <a:ext cx="358229" cy="314961"/>
            <a:chOff x="-45664625" y="2352225"/>
            <a:chExt cx="300125" cy="263875"/>
          </a:xfrm>
        </p:grpSpPr>
        <p:sp>
          <p:nvSpPr>
            <p:cNvPr id="317" name="Google Shape;317;p32"/>
            <p:cNvSpPr/>
            <p:nvPr/>
          </p:nvSpPr>
          <p:spPr>
            <a:xfrm>
              <a:off x="-45664625" y="2352225"/>
              <a:ext cx="300125" cy="263875"/>
            </a:xfrm>
            <a:custGeom>
              <a:rect b="b" l="l" r="r" t="t"/>
              <a:pathLst>
                <a:path extrusionOk="0" h="10555" w="12005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-45612625" y="2475100"/>
              <a:ext cx="55150" cy="88225"/>
            </a:xfrm>
            <a:custGeom>
              <a:rect b="b" l="l" r="r" t="t"/>
              <a:pathLst>
                <a:path extrusionOk="0" h="3529" w="2206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-45471650" y="2475100"/>
              <a:ext cx="54375" cy="86850"/>
            </a:xfrm>
            <a:custGeom>
              <a:rect b="b" l="l" r="r" t="t"/>
              <a:pathLst>
                <a:path extrusionOk="0" h="3474" w="2175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-45542525" y="2456975"/>
              <a:ext cx="55150" cy="123300"/>
            </a:xfrm>
            <a:custGeom>
              <a:rect b="b" l="l" r="r" t="t"/>
              <a:pathLst>
                <a:path extrusionOk="0" h="4932" w="2206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-45541750" y="238610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-45488175" y="238610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-45436200" y="238610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and Backend </a:t>
            </a:r>
            <a:endParaRPr/>
          </a:p>
        </p:txBody>
      </p:sp>
      <p:sp>
        <p:nvSpPr>
          <p:cNvPr id="329" name="Google Shape;329;p33"/>
          <p:cNvSpPr txBox="1"/>
          <p:nvPr/>
        </p:nvSpPr>
        <p:spPr>
          <a:xfrm>
            <a:off x="713225" y="1213000"/>
            <a:ext cx="7620300" cy="29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Backend</a:t>
            </a:r>
            <a:b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b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We have developed the necessary endpoints to ensure the proper functioning of the forum, allowing users to create posts and comments, as well as retrieve all posts or a specific one for example.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713225" y="1220865"/>
            <a:ext cx="7620300" cy="29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Frontend</a:t>
            </a:r>
            <a:b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b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331" name="Google Shape;3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650" y="1888125"/>
            <a:ext cx="54006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1650" y="1888125"/>
            <a:ext cx="540067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6288" y="1883363"/>
            <a:ext cx="540067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1663" y="1888125"/>
            <a:ext cx="54006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6300" y="1878600"/>
            <a:ext cx="540067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21875" y="1628500"/>
            <a:ext cx="3898000" cy="31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implementations</a:t>
            </a:r>
            <a:endParaRPr/>
          </a:p>
        </p:txBody>
      </p:sp>
      <p:sp>
        <p:nvSpPr>
          <p:cNvPr id="342" name="Google Shape;342;p34"/>
          <p:cNvSpPr txBox="1"/>
          <p:nvPr/>
        </p:nvSpPr>
        <p:spPr>
          <a:xfrm>
            <a:off x="586350" y="1304675"/>
            <a:ext cx="7971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anken Grotesk"/>
              <a:buChar char="●"/>
            </a:pPr>
            <a:r>
              <a:rPr lang="en" sz="2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Auth0</a:t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350" y="939375"/>
            <a:ext cx="1670100" cy="29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200" y="1219525"/>
            <a:ext cx="4323175" cy="15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/>
        </p:nvSpPr>
        <p:spPr>
          <a:xfrm>
            <a:off x="590975" y="3986362"/>
            <a:ext cx="7971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anken Grotesk"/>
              <a:buChar char="●"/>
            </a:pPr>
            <a:r>
              <a:rPr lang="en" sz="2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Password protection -&gt; Normal user: Auth0 uses </a:t>
            </a:r>
            <a:r>
              <a:rPr lang="en" sz="2300" u="sng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5"/>
              </a:rPr>
              <a:t>bcrypt</a:t>
            </a:r>
            <a:endParaRPr sz="23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implementations</a:t>
            </a:r>
            <a:endParaRPr/>
          </a:p>
        </p:txBody>
      </p:sp>
      <p:sp>
        <p:nvSpPr>
          <p:cNvPr id="351" name="Google Shape;351;p35"/>
          <p:cNvSpPr txBox="1"/>
          <p:nvPr/>
        </p:nvSpPr>
        <p:spPr>
          <a:xfrm>
            <a:off x="586350" y="1304675"/>
            <a:ext cx="7971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anken Grotesk"/>
              <a:buChar char="●"/>
            </a:pPr>
            <a:r>
              <a:rPr lang="en" sz="2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Transparent database encryption and obfuscation at rest</a:t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2" name="Google Shape;352;p35"/>
          <p:cNvSpPr txBox="1"/>
          <p:nvPr/>
        </p:nvSpPr>
        <p:spPr>
          <a:xfrm>
            <a:off x="590975" y="3986362"/>
            <a:ext cx="7971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anken Grotesk"/>
              <a:buChar char="●"/>
            </a:pPr>
            <a:r>
              <a:rPr lang="en" sz="2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Sanitized inputs to prevent injection attacks</a:t>
            </a:r>
            <a:endParaRPr sz="23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 rotWithShape="1">
          <a:blip r:embed="rId3">
            <a:alphaModFix/>
          </a:blip>
          <a:srcRect b="39367" l="0" r="15839" t="28295"/>
          <a:stretch/>
        </p:blipFill>
        <p:spPr>
          <a:xfrm>
            <a:off x="4591325" y="2571750"/>
            <a:ext cx="3575950" cy="84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850" y="2172610"/>
            <a:ext cx="3650926" cy="1813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To Do</a:t>
            </a:r>
            <a:endParaRPr/>
          </a:p>
        </p:txBody>
      </p:sp>
      <p:sp>
        <p:nvSpPr>
          <p:cNvPr id="360" name="Google Shape;360;p36"/>
          <p:cNvSpPr txBox="1"/>
          <p:nvPr/>
        </p:nvSpPr>
        <p:spPr>
          <a:xfrm>
            <a:off x="745025" y="1389750"/>
            <a:ext cx="7521900" cy="31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anken Grotesk"/>
              <a:buChar char="●"/>
            </a:pPr>
            <a:r>
              <a:rPr lang="en" sz="2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SSL Certificate</a:t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anken Grotesk"/>
              <a:buChar char="●"/>
            </a:pPr>
            <a:r>
              <a:rPr lang="en" sz="2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Frontend Improvements (Edit Profile Page) - Reduce Impact of SSTI</a:t>
            </a:r>
            <a:endParaRPr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